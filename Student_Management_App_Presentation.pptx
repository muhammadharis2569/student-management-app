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305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35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433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795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45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58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555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350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99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50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2438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39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5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32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48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131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6104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dirty="0"/>
              <a:t>Student Management App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BE3AD12-C07D-49AD-A56D-2DBBE056B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2640" y="5392846"/>
            <a:ext cx="6108101" cy="11176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M. Haris Munir</a:t>
            </a:r>
          </a:p>
          <a:p>
            <a:r>
              <a:rPr lang="en-US" dirty="0"/>
              <a:t>FA22-BCS-069</a:t>
            </a:r>
          </a:p>
          <a:p>
            <a:r>
              <a:rPr lang="en-US" dirty="0"/>
              <a:t>Supervised By: Sir Muhammad Jamil</a:t>
            </a:r>
            <a:endParaRPr lang="en-PK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7F120D9-E6E2-4078-B4E2-D55CF0499352}"/>
              </a:ext>
            </a:extLst>
          </p:cNvPr>
          <p:cNvSpPr txBox="1">
            <a:spLocks/>
          </p:cNvSpPr>
          <p:nvPr/>
        </p:nvSpPr>
        <p:spPr>
          <a:xfrm>
            <a:off x="662641" y="4546440"/>
            <a:ext cx="6108101" cy="1117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 intuitive solution for efficient academic administration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E4B037-362E-4633-997C-CA567B166B56}"/>
              </a:ext>
            </a:extLst>
          </p:cNvPr>
          <p:cNvSpPr txBox="1">
            <a:spLocks/>
          </p:cNvSpPr>
          <p:nvPr/>
        </p:nvSpPr>
        <p:spPr>
          <a:xfrm>
            <a:off x="6579510" y="138332"/>
            <a:ext cx="2928428" cy="6122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/>
              <a:t>#mobile application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B9C630-C3DB-4521-85D0-3490BDADBEF1}"/>
              </a:ext>
            </a:extLst>
          </p:cNvPr>
          <p:cNvSpPr txBox="1">
            <a:spLocks/>
          </p:cNvSpPr>
          <p:nvPr/>
        </p:nvSpPr>
        <p:spPr>
          <a:xfrm>
            <a:off x="-705731" y="138332"/>
            <a:ext cx="3460653" cy="6122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EDU.TRAC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8047891" cy="3599316"/>
          </a:xfrm>
        </p:spPr>
        <p:txBody>
          <a:bodyPr/>
          <a:lstStyle/>
          <a:p>
            <a:r>
              <a:rPr dirty="0"/>
              <a:t>A modern Flutter-based mobile application</a:t>
            </a:r>
            <a:endParaRPr lang="en-US" dirty="0"/>
          </a:p>
          <a:p>
            <a:endParaRPr dirty="0"/>
          </a:p>
          <a:p>
            <a:r>
              <a:rPr dirty="0"/>
              <a:t>Built for educational institutions to manage students, attendance, marks, and more</a:t>
            </a:r>
            <a:endParaRPr lang="en-US" dirty="0"/>
          </a:p>
          <a:p>
            <a:endParaRPr dirty="0"/>
          </a:p>
          <a:p>
            <a:r>
              <a:rPr dirty="0"/>
              <a:t>Designed for ease of use with attractive UI/UX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Student List Management</a:t>
            </a:r>
          </a:p>
          <a:p>
            <a:r>
              <a:rPr dirty="0"/>
              <a:t> Attendance Tracking</a:t>
            </a:r>
          </a:p>
          <a:p>
            <a:r>
              <a:rPr dirty="0"/>
              <a:t> Marks </a:t>
            </a:r>
          </a:p>
          <a:p>
            <a:r>
              <a:rPr dirty="0"/>
              <a:t> Library Records</a:t>
            </a:r>
          </a:p>
          <a:p>
            <a:r>
              <a:rPr dirty="0"/>
              <a:t> Notifications</a:t>
            </a:r>
          </a:p>
          <a:p>
            <a:r>
              <a:rPr lang="en-US" dirty="0"/>
              <a:t> </a:t>
            </a:r>
            <a:r>
              <a:rPr dirty="0"/>
              <a:t>Profile &amp; Settings Panel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F5592B-EF9A-4753-B565-1CE34DE39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890" y="600075"/>
            <a:ext cx="40005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UI/UX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076805"/>
            <a:ext cx="2786575" cy="4549078"/>
          </a:xfrm>
        </p:spPr>
        <p:txBody>
          <a:bodyPr>
            <a:normAutofit/>
          </a:bodyPr>
          <a:lstStyle/>
          <a:p>
            <a:r>
              <a:rPr dirty="0"/>
              <a:t>Includes screens for:</a:t>
            </a:r>
          </a:p>
          <a:p>
            <a:r>
              <a:rPr dirty="0"/>
              <a:t> Login</a:t>
            </a:r>
          </a:p>
          <a:p>
            <a:r>
              <a:rPr dirty="0"/>
              <a:t> Dashboard</a:t>
            </a:r>
          </a:p>
          <a:p>
            <a:r>
              <a:rPr dirty="0"/>
              <a:t> Student List</a:t>
            </a:r>
          </a:p>
          <a:p>
            <a:r>
              <a:rPr dirty="0"/>
              <a:t> Attendance</a:t>
            </a:r>
          </a:p>
          <a:p>
            <a:r>
              <a:rPr dirty="0"/>
              <a:t> Marks</a:t>
            </a:r>
          </a:p>
          <a:p>
            <a:r>
              <a:rPr dirty="0"/>
              <a:t> Notifications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F73063-3D0C-409B-8DD1-F92C92FB0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133" y="2076805"/>
            <a:ext cx="2556661" cy="38593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9B53F3-AA32-4DC0-B77A-790E61631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514" y="2076803"/>
            <a:ext cx="2556661" cy="38593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3F7324-3C81-4C78-81F1-D6C1416C6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894" y="2076805"/>
            <a:ext cx="2430452" cy="38593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4179277" cy="3599316"/>
          </a:xfrm>
        </p:spPr>
        <p:txBody>
          <a:bodyPr/>
          <a:lstStyle/>
          <a:p>
            <a:r>
              <a:rPr dirty="0"/>
              <a:t> Clean card-based layout</a:t>
            </a:r>
          </a:p>
          <a:p>
            <a:r>
              <a:rPr dirty="0"/>
              <a:t> Quick access to all modules</a:t>
            </a:r>
          </a:p>
          <a:p>
            <a:r>
              <a:rPr dirty="0"/>
              <a:t> Attractive icons and shadow effects</a:t>
            </a:r>
          </a:p>
          <a:p>
            <a:r>
              <a:rPr dirty="0"/>
              <a:t> Built with responsive design principles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2E38B3-F9E2-407D-A36B-5BA4BDD97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529" y="753228"/>
            <a:ext cx="40005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2"/>
            <a:ext cx="5318760" cy="4260875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dirty="0"/>
              <a:t>Flutter – Cross-platform framework</a:t>
            </a:r>
            <a:endParaRPr lang="en-US" dirty="0"/>
          </a:p>
          <a:p>
            <a:endParaRPr dirty="0"/>
          </a:p>
          <a:p>
            <a:r>
              <a:rPr dirty="0"/>
              <a:t> Dart – Programming language</a:t>
            </a:r>
            <a:endParaRPr lang="en-US" dirty="0"/>
          </a:p>
          <a:p>
            <a:endParaRPr dirty="0"/>
          </a:p>
          <a:p>
            <a:r>
              <a:rPr dirty="0"/>
              <a:t> Firebase – Authentication &amp; database</a:t>
            </a:r>
            <a:endParaRPr lang="en-US" dirty="0"/>
          </a:p>
          <a:p>
            <a:endParaRPr dirty="0"/>
          </a:p>
          <a:p>
            <a:r>
              <a:rPr dirty="0"/>
              <a:t> Android Studio – Development IDE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CC2F95-740D-4034-B921-51FEBB438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444" y="2103822"/>
            <a:ext cx="3164231" cy="44751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This App?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39" y="2618227"/>
            <a:ext cx="6887389" cy="3599316"/>
          </a:xfrm>
        </p:spPr>
        <p:txBody>
          <a:bodyPr/>
          <a:lstStyle/>
          <a:p>
            <a:r>
              <a:rPr dirty="0"/>
              <a:t>- Organized student records</a:t>
            </a:r>
          </a:p>
          <a:p>
            <a:r>
              <a:rPr dirty="0"/>
              <a:t>- Real-time attendance</a:t>
            </a:r>
          </a:p>
          <a:p>
            <a:r>
              <a:rPr dirty="0"/>
              <a:t>- Communication system</a:t>
            </a:r>
          </a:p>
          <a:p>
            <a:r>
              <a:rPr dirty="0"/>
              <a:t>- Library access</a:t>
            </a:r>
          </a:p>
          <a:p>
            <a:r>
              <a:rPr dirty="0"/>
              <a:t>- Admin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B8608-6E62-4045-8304-A46D33734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Sustainable Development Goals (SDGs)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E5AFD-8295-45E6-B39E-B3ECA96FC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1" y="2336873"/>
            <a:ext cx="5909602" cy="4190536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SDG 4 – Quality Education</a:t>
            </a:r>
          </a:p>
          <a:p>
            <a:r>
              <a:rPr lang="en-US" dirty="0"/>
              <a:t>Provides equal access to learning resources for all students</a:t>
            </a:r>
          </a:p>
          <a:p>
            <a:r>
              <a:rPr lang="en-US" dirty="0"/>
              <a:t>Tracks student attendance, performance, and progress</a:t>
            </a:r>
          </a:p>
          <a:p>
            <a:r>
              <a:rPr lang="en-US" dirty="0"/>
              <a:t>Enhances communication between students, teachers, and parents</a:t>
            </a:r>
          </a:p>
          <a:p>
            <a:r>
              <a:rPr lang="en-US" dirty="0"/>
              <a:t>Supports inclusive and efficient education management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76D20-2E2E-4A63-8BF3-C39A2BB75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343" y="2336873"/>
            <a:ext cx="2566256" cy="256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146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02A41-C39A-4DE1-95A9-3C3B4FC27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Sustainable Development Goals (SDGs)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FFEF3-02F7-43AB-AF05-0B1A18DC1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336873"/>
            <a:ext cx="5346895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SDG 9 – Industry, Innovation, and Infrastructure</a:t>
            </a:r>
          </a:p>
          <a:p>
            <a:r>
              <a:rPr lang="en-US" dirty="0"/>
              <a:t>Uses modern technology to digitize educational administration</a:t>
            </a:r>
          </a:p>
          <a:p>
            <a:r>
              <a:rPr lang="en-US" dirty="0"/>
              <a:t>Promotes innovation in how schools manage student data</a:t>
            </a:r>
          </a:p>
          <a:p>
            <a:r>
              <a:rPr lang="en-US" dirty="0"/>
              <a:t>Builds a digital infrastructure that supports smart learning environments</a:t>
            </a:r>
          </a:p>
          <a:p>
            <a:pPr marL="0" indent="0">
              <a:buNone/>
            </a:pPr>
            <a:endParaRPr lang="en-PK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F32C32-629C-4887-96AC-84EA4D0F2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736" y="2336873"/>
            <a:ext cx="2548590" cy="254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065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E2AD9-218D-4940-B519-447610224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Sustainable Development Goals (SDGs)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CFBCD-2078-487E-AC98-A3F69E2CA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336873"/>
            <a:ext cx="5360963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SDG 10 – Reduced Inequalities</a:t>
            </a:r>
          </a:p>
          <a:p>
            <a:r>
              <a:rPr lang="en-US" dirty="0"/>
              <a:t>Ensures all students, regardless of background, get equal access to education</a:t>
            </a:r>
          </a:p>
          <a:p>
            <a:r>
              <a:rPr lang="en-US" dirty="0"/>
              <a:t>Supports features that reduce the performance gap among students</a:t>
            </a:r>
          </a:p>
          <a:p>
            <a:r>
              <a:rPr lang="en-US" dirty="0"/>
              <a:t>Can be designed to support multiple languages and accessibility options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F64EE3-0568-4F87-807F-EE7161758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425" y="2336873"/>
            <a:ext cx="2572752" cy="257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06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Roadmap</a:t>
            </a:r>
            <a:r>
              <a:rPr lang="en-US" dirty="0"/>
              <a:t> (future changes)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Add parental access portal</a:t>
            </a:r>
            <a:endParaRPr lang="en-US" dirty="0"/>
          </a:p>
          <a:p>
            <a:endParaRPr dirty="0"/>
          </a:p>
          <a:p>
            <a:r>
              <a:rPr dirty="0"/>
              <a:t>- Online fee payment system</a:t>
            </a:r>
            <a:endParaRPr lang="en-US" dirty="0"/>
          </a:p>
          <a:p>
            <a:endParaRPr dirty="0"/>
          </a:p>
          <a:p>
            <a:r>
              <a:rPr dirty="0"/>
              <a:t>- Cloud sync across devices</a:t>
            </a:r>
            <a:endParaRPr lang="en-US" dirty="0"/>
          </a:p>
          <a:p>
            <a:endParaRPr dirty="0"/>
          </a:p>
          <a:p>
            <a:r>
              <a:rPr dirty="0"/>
              <a:t>- AI-based performance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353" y="3414933"/>
            <a:ext cx="8049652" cy="2897944"/>
          </a:xfrm>
        </p:spPr>
        <p:txBody>
          <a:bodyPr>
            <a:normAutofit/>
          </a:bodyPr>
          <a:lstStyle/>
          <a:p>
            <a:pPr marL="457200" lvl="1" indent="0" algn="ctr">
              <a:buNone/>
            </a:pPr>
            <a:r>
              <a:rPr sz="3600" dirty="0"/>
              <a:t>Buil</a:t>
            </a:r>
            <a:r>
              <a:rPr lang="en-US" sz="3600" dirty="0"/>
              <a:t>d</a:t>
            </a:r>
            <a:r>
              <a:rPr sz="3600" dirty="0"/>
              <a:t> by </a:t>
            </a:r>
            <a:r>
              <a:rPr lang="en-US" sz="3600" dirty="0"/>
              <a:t>: M. Haris Munir</a:t>
            </a:r>
          </a:p>
          <a:p>
            <a:pPr marL="457200" lvl="1" indent="0" algn="ctr">
              <a:buNone/>
            </a:pPr>
            <a:r>
              <a:rPr lang="en-US" sz="3600" dirty="0"/>
              <a:t>Roll no: FA22-BCS-069</a:t>
            </a:r>
            <a:endParaRPr sz="3600" dirty="0"/>
          </a:p>
          <a:p>
            <a:pPr marL="457200" lvl="1" indent="0" algn="ctr">
              <a:buNone/>
            </a:pPr>
            <a:r>
              <a:rPr lang="en-US" sz="3600" dirty="0"/>
              <a:t>Supervised By: Sir Muhammad Jamil</a:t>
            </a:r>
            <a:endParaRPr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169</TotalTime>
  <Words>340</Words>
  <Application>Microsoft Office PowerPoint</Application>
  <PresentationFormat>On-screen Show (4:3)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Trebuchet MS</vt:lpstr>
      <vt:lpstr>Berlin</vt:lpstr>
      <vt:lpstr>Student Management App</vt:lpstr>
      <vt:lpstr>About the App</vt:lpstr>
      <vt:lpstr>Key Features</vt:lpstr>
      <vt:lpstr>UI/UX Screens</vt:lpstr>
      <vt:lpstr>Modern Dashboard</vt:lpstr>
      <vt:lpstr>Tech Stack</vt:lpstr>
      <vt:lpstr>Why Use This App?</vt:lpstr>
      <vt:lpstr>Sustainable Development Goals (SDGs) </vt:lpstr>
      <vt:lpstr>Sustainable Development Goals (SDGs) </vt:lpstr>
      <vt:lpstr>Sustainable Development Goals (SDGs) </vt:lpstr>
      <vt:lpstr>Roadmap (future changes)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App</dc:title>
  <dc:subject/>
  <dc:creator/>
  <cp:keywords/>
  <dc:description>generated using python-pptx</dc:description>
  <cp:lastModifiedBy>haris munir</cp:lastModifiedBy>
  <cp:revision>18</cp:revision>
  <dcterms:created xsi:type="dcterms:W3CDTF">2013-01-27T09:14:16Z</dcterms:created>
  <dcterms:modified xsi:type="dcterms:W3CDTF">2025-06-17T07:39:04Z</dcterms:modified>
  <cp:category/>
</cp:coreProperties>
</file>